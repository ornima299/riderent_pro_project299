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2A5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0204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</a:rPr>
              <a:t>CSE 299 — JUNIOR DESIGN PROJECT  •  NORTH SOUTH UNIVERSITY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RideRent Pro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Hub-Based Smart Car Rental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Hub. Easy Rental. Safe Journey."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Presentation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4251960"/>
            <a:ext cx="2011680" cy="0"/>
          </a:xfrm>
          <a:prstGeom prst="line">
            <a:avLst/>
          </a:prstGeom>
          <a:noFill/>
          <a:ln w="19050">
            <a:solidFill>
              <a:srgbClr val="2A3F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7DD3FC"/>
                </a:solidFill>
              </a:rPr>
              <a:t>PROJECT TEAM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Ornima Hafizur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Ahad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230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Shihabur Rahaman Shihab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5230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Anisha Zaman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212080"/>
            <a:ext cx="1554480" cy="1554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377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fragmented rental services fall short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85623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Hub Model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377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Admin → Customer → Pickup → Return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0215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3538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global platforms we studied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350215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3538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and what's missing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14807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37360" y="5184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Roles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5669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Owner, Driver, Admin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514807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5184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 &amp; Tech Stack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5669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Assistant, Surprise Upgrade &amp; more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Rental in Bangladesh Is Still Fragmented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190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Vehicle Locations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08483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rental services keep vehicles at many different addresses, making pickup, quality control, and tracking harder to manage.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17190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Condition Checks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08483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are rarely inspected before and after each rental, so damage or cleanliness issues go unnoticed until it's too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99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Phone-Based Booking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36499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agencies (Garivara, Moriom, Sheba.xyz) still rely on phone calls and WhatsApp instead of a unified app.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063240"/>
            <a:ext cx="411480" cy="4114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999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Guidance for Renters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36499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platform offers AI-driven trip advice, weather/traffic alerts, or personalized car recommendations.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RideRent Pro Sets Out to Achieve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494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Hub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vehicle in one garage for easier management and safety.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2494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Inspections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check each car before pickup and after return.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2494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Driver Choice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57616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rent with or without a professional driver.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1878056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2152376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8680" y="22494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134088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Owners &amp; Drivers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134088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workflow for every vehicle and driver.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5654528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928848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5152" y="224942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910560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910560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recommendations, trip tips, and instant support.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19431000" y="18288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9705320" y="2103120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1624" y="224942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9687032" y="2880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Delightful Customer Experience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9687032" y="3383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Reward-driven features that reduce cancellations.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RideRent Pro's Central Hub Works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59129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21" y="26791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adds car details, and brings the car to the hub.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42" y="3383280"/>
            <a:ext cx="18288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10866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948026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521354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946" y="26791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0594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75458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the car, approves it, and lists it for booking.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67" y="3383280"/>
            <a:ext cx="18288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73091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210251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783580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267919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82819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237683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cars, picks a date, chooses with/without driver, confirms.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293" y="3383280"/>
            <a:ext cx="18288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35317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7472477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8045806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398" y="2679192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45045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499909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visits the hub, shows confirmation, receives the car.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5518" y="3383280"/>
            <a:ext cx="182880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97542" y="1920240"/>
            <a:ext cx="2061058" cy="3200400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9734702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24"/>
          <p:cNvSpPr/>
          <p:nvPr/>
        </p:nvSpPr>
        <p:spPr>
          <a:xfrm>
            <a:off x="10308031" y="2514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2623" y="2679192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07270" y="3337560"/>
            <a:ext cx="1841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762134" y="3749040"/>
            <a:ext cx="173187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is returned to the same hub; staff re-inspects it to close the booking.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548640" y="544068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stays in one place from check-in to check-out — easier to manage, safer, cleaner, and more organized.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Reviewed the Existing Market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examined both local (Bangladesh) ride-hailing / rental services and internationally recognized vehicle-sharing platforms, focusing on booking flow, vehicle handling, pricing, and trust &amp; safety mechanisms.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9443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788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(Bangladesh) Market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31363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 &amp; traditional rental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 (bike + car)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Bangladesh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OBHAI (call/app cab &amp; intercity)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agencies: Garivara, Moriom, Sheba.xyz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25146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7889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9443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788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223760" y="31363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Vehicle-sharing pioneers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46520" y="374904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Turo — peer-to-peer car sharing (US/UK/Canada)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Zoomcar — self-drive rentals (India)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fleets: Hertz, Avis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Pathao &amp; Uber Bangladesh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Pathao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BRTA-enlisted ride-share company; launched 2015 as a courier service before adding bike/car rides.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 super-app model: ride-hailing, food delivery, courier, and Pathao Pay wallet in one app.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Car Lite and Car Plus tiers, plus 100,000+ registered riders nationwide.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vehicle hub, no self-drive rental, and no pre/post-trip inspection process.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(Bangladesh)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Bangladesh in November 2016; operates in Dhaka, Chattogram, Cox's Bazar and Sylhet.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flow: enter pickup &amp; destination, get fare estimate, get matched to nearest driver.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trust and GPS-based live tracking of trips.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656539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a ride-hailing service — no vehicle rental, no vehicle-condition checks, no hub concept.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OBHAI &amp; Traditional Rental Agencies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OBHAI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Cab-booking service available via app, web, phone call, or WhatsApp; live trip tracking.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OBHAI Intercity for car &amp; microbus travel between cities (7- and 10-seater options).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trained and certified by BUET's Accident Research Institute.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channels are fragmented (call/app/WhatsApp); no central hub, no self-drive option.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Agencies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Garivara, Moriom Enterprise, Sheba.xyz offer sedans, SUVs, microbuses and luxury cars with drivers.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typically done by phone call or WhatsApp with manually quoted, per-kilometre pricing.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vehicle variety (Hiace, Alphard, Prado) but weak on digital experience.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656539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are scattered across locations; no standardized inspection, no online booking system.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Turo &amp; Zoomcar — International Benchmarks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Turo (USA / UK / Canada / Australia / France)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car-sharing marketplace launched 2010; owners ('hosts') list personal vehicles for rent — no company-owned fleet or hub.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150,000 active hosts and 350,000+ vehicle listings; charges roughly 25% host commission plus guest protection-plan fees.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photo check-in/check-out, tiered insurance/protection plans, host &amp; guest ratings.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hub or staff inspection; vehicle condition relies on host/guest photos, not professional checks.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9659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Zoomcar (India)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self-drive car-sharing platform; 25,000+ cars across hatchbacks, sedans, SUVs and luxury vehicles.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Zero-deposit, unlimited-km bookings; delivery to home, airport, or railway station; 24x7 roadside assistance.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DigiLocker-based instant KYC verification and a Host marketplace (ZAP) for individual car owners.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48463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FFF7ED"/>
          </a:solidFill>
          <a:ln/>
        </p:spPr>
      </p:sp>
      <p:sp>
        <p:nvSpPr>
          <p:cNvPr id="17" name="Text 13"/>
          <p:cNvSpPr/>
          <p:nvPr/>
        </p:nvSpPr>
        <p:spPr>
          <a:xfrm>
            <a:off x="6565392" y="4956048"/>
            <a:ext cx="447141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 </a:t>
            </a:r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are parked across scattered city zones, not one hub; no professional driver-hire option; no AI trip guidance.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Comparison Across Platforms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Pathao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Uber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OBHAI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Turo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Zoomcar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RideRent 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Centralized vehicle hub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Pre/post-trip inspection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Self-drive rental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Rent with driver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AI trip / booking assistant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Loyalty / reward system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8A04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</a:rPr>
                        <a:t>Bangladesh-localized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RideRent Pro is the only platform reviewed built around a single, inspected central hub with AI-driven guidance.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Existing Platforms Are Missing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Hub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we reviewed keeps vehicles scattered across owners' or agencies' locations — none use one inspected garage.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Vehicle Checks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checks, when they exist, rely on photos or driver self-reports rather than dedicated staff inspection.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AI-Guided Booking Experience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reviewed platforms offer AI trip advice, weather/traffic alerts, or smart car recommendations.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37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Reward-Driven Retention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703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features are limited to basic discounts; nothing resembling a post-trip reward mechanic exists.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RideRent Pro: Four Roles, One Hub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0312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book with/without driver, pay online, review &amp; rate.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103120"/>
            <a:ext cx="731520" cy="73152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93592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add vehicle, set price, view earnings &amp; bookings.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2103120"/>
            <a:ext cx="731520" cy="73152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286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55664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license &amp; NID, accept trips, view schedule.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2116" y="2103120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96" y="22860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17736" y="34747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owners/drivers, approve cars, manage the hub.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PHP 8 (MVC) + MySQL   •   Mobile app: Flutter + Firebase Notifications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Features of RideRent Pro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Assistant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customers choose the best car for their budget, suggests driver vs. self-drive, and answers booking questions instantly.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66744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2311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Upgrade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39312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booked car is unavailable, the system may automatically upgrade the customer to a better car at no extra cost.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28816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3113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Trip Advisor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01384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weather, traffic, and road conditions before pickup and gives practical advice like when to leave.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2264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90888" y="2084832"/>
            <a:ext cx="594360" cy="59436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23113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8346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Treasure Box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63456" y="35204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completed rental, customers unlock a mystery reward: coupons, free driver service, or cashback points.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(MVC)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Bootstrap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6744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1305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66744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Notifications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1305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28816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or Google Gemini API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&amp; booking assistant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737360"/>
            <a:ext cx="260604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90888" y="1993392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21305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651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90888" y="31089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inspection log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driver verification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reporting dashboard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4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Centralized, Smarter Way to Rent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literature review shows that local ride-hailing apps excel at driver-hire, and global platforms like Turo and Zoomcar excel at self-drive sharing — but none use a centralized, inspected hub or AI-guided booking. RideRent Pro is designed to fill exactly that gap.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Rentals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is inspected before and after each trip.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Management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 means easier tracking and cleaner operations.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Journeys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73952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and trip advisor guide every booking.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34856" y="2926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2264D"/>
          </a:solidFill>
          <a:ln w="12700">
            <a:solidFill>
              <a:srgbClr val="2132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6024" y="3127248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Happier Customers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336024" y="365760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upgrades and reward boxes build loyalty.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Cited in This Literature Review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Y. H. Ahmed et al., "Enhancement of Mobile-Based Application for Vehicle Rental" (EZGO), IEEE Conference Publication, 2021.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7004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Gupta, A. Buriro, B. Crispo, "DriverAuth: A Risk-Based Multi-Modal Biometric Driver Authentication Scheme," Computers &amp; Security (Elsevier), 2019.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21608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02736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"Assessing the Usability of Ridesharing Mobile Applications in Bangladesh: An Empirical Study" (Pathao, Uber, Obhai), IEEE, 2020.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54296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354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Liu, Z. Wang, Y. Zhang, H. Yang, "Anomalous Ride-Hailing Driver Detection with Deep Transfer Inverse Reinforcement Learning," Transportation Research Part C, 2024.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586984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468112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 — company overview and service information, Pathao official newsroom.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856232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7373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Newsroom — "Uber Bangladesh" launch announcement, November 2016.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2788920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67004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OBHAI — official service information, cab booking &amp; OBHAI Intercity.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721608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602736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Turo — company overview and host/guest marketplace data, Turo Newsroom.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4654296"/>
            <a:ext cx="82296" cy="8229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5354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Zoomcar — company overview and self-drive rental data, Zoomcar official site.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RideRent Pro  |  CSE 299 Literature Review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1737360"/>
            <a:ext cx="5029200" cy="5029200"/>
          </a:xfrm>
          <a:prstGeom prst="ellipse">
            <a:avLst/>
          </a:prstGeom>
          <a:solidFill>
            <a:srgbClr val="142A54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023360"/>
            <a:ext cx="3931920" cy="3931920"/>
          </a:xfrm>
          <a:prstGeom prst="ellipse">
            <a:avLst/>
          </a:prstGeom>
          <a:solidFill>
            <a:srgbClr val="102048"/>
          </a:solidFill>
          <a:ln/>
        </p:spPr>
      </p:sp>
      <p:sp>
        <p:nvSpPr>
          <p:cNvPr id="5" name="Shape 3"/>
          <p:cNvSpPr/>
          <p:nvPr/>
        </p:nvSpPr>
        <p:spPr>
          <a:xfrm>
            <a:off x="5592928" y="1234440"/>
            <a:ext cx="1005840" cy="1005840"/>
          </a:xfrm>
          <a:prstGeom prst="ellipse">
            <a:avLst/>
          </a:prstGeom>
          <a:solidFill>
            <a:srgbClr val="1B34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16" y="14813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95648" y="3977640"/>
            <a:ext cx="3200400" cy="0"/>
          </a:xfrm>
          <a:prstGeom prst="line">
            <a:avLst/>
          </a:prstGeom>
          <a:noFill/>
          <a:ln w="12700">
            <a:solidFill>
              <a:srgbClr val="2A3F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RideRent Pro  —  Ornima Hafizur • Abdul Ahad • Md. Shihabur Rahaman Shihab • Anisha Zaman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299  •  North South University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RideRent Pro — Literature Review Presentation (Hub Model)</dc:title>
  <dc:subject>PptxGenJS Presentation</dc:subject>
  <dc:creator>RideRent Pro Team</dc:creator>
  <cp:lastModifiedBy>RideRent Pro Team</cp:lastModifiedBy>
  <cp:revision>1</cp:revision>
  <dcterms:created xsi:type="dcterms:W3CDTF">2026-07-05T03:48:00Z</dcterms:created>
  <dcterms:modified xsi:type="dcterms:W3CDTF">2026-07-05T03:48:00Z</dcterms:modified>
</cp:coreProperties>
</file>