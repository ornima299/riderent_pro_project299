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B784CA-8573-4497-BDC5-990EA34E2DC4}" v="427" dt="2026-06-28T20:14:56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60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86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319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34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13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45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55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33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128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03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45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14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7143" y="-2665866"/>
            <a:ext cx="11488056" cy="9514113"/>
          </a:xfrm>
        </p:spPr>
        <p:txBody>
          <a:bodyPr>
            <a:normAutofit/>
          </a:bodyPr>
          <a:lstStyle/>
          <a:p>
            <a:r>
              <a:rPr lang="en-GB" sz="4800" b="1" dirty="0">
                <a:solidFill>
                  <a:schemeClr val="accent2"/>
                </a:solidFill>
                <a:latin typeface="Times New Roman"/>
                <a:ea typeface="Calibri"/>
                <a:cs typeface="Times New Roman"/>
              </a:rPr>
              <a:t>CSE 299</a:t>
            </a:r>
            <a:br>
              <a:rPr lang="en-GB" sz="4800" b="1" dirty="0">
                <a:latin typeface="Times New Roman"/>
                <a:ea typeface="Calibri"/>
                <a:cs typeface="Times New Roman"/>
              </a:rPr>
            </a:br>
            <a:r>
              <a:rPr lang="en-GB" sz="4400" b="1" dirty="0">
                <a:solidFill>
                  <a:schemeClr val="accent2"/>
                </a:solidFill>
                <a:latin typeface="Times New Roman"/>
                <a:ea typeface="Calibri"/>
                <a:cs typeface="Times New Roman"/>
              </a:rPr>
              <a:t>Project Title: </a:t>
            </a:r>
            <a:r>
              <a:rPr lang="en-GB" sz="4400" b="1" dirty="0" err="1">
                <a:solidFill>
                  <a:schemeClr val="accent2"/>
                </a:solidFill>
                <a:latin typeface="Times New Roman"/>
                <a:ea typeface="Calibri"/>
                <a:cs typeface="Times New Roman"/>
              </a:rPr>
              <a:t>RideRent</a:t>
            </a:r>
            <a:r>
              <a:rPr lang="en-GB" sz="4400" b="1" dirty="0">
                <a:solidFill>
                  <a:schemeClr val="accent2"/>
                </a:solidFill>
                <a:latin typeface="Times New Roman"/>
                <a:ea typeface="Calibri"/>
                <a:cs typeface="Times New Roman"/>
              </a:rPr>
              <a:t> Pro</a:t>
            </a:r>
            <a:br>
              <a:rPr lang="en-GB" sz="4800" b="1" dirty="0">
                <a:solidFill>
                  <a:schemeClr val="accent2"/>
                </a:solidFill>
                <a:latin typeface="Times New Roman"/>
                <a:ea typeface="Calibri"/>
                <a:cs typeface="Times New Roman"/>
              </a:rPr>
            </a:br>
            <a:r>
              <a:rPr lang="en-GB" sz="2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  <a:t>Smart Vehicle Rental Management System</a:t>
            </a:r>
            <a:br>
              <a:rPr lang="en-GB" sz="2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</a:br>
            <a:br>
              <a:rPr lang="en-GB" sz="2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</a:br>
            <a:r>
              <a:rPr lang="en-GB" sz="2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  <a:t>Presented By:</a:t>
            </a:r>
            <a:br>
              <a:rPr lang="en-GB" sz="2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</a:br>
            <a:r>
              <a:rPr lang="en-GB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  <a:t>Ornima</a:t>
            </a:r>
            <a:r>
              <a:rPr lang="en-GB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  <a:t> Hafizur</a:t>
            </a:r>
            <a:br>
              <a:rPr lang="en-GB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</a:br>
            <a:r>
              <a:rPr lang="en-GB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  <a:t>Anisha Zaman</a:t>
            </a:r>
            <a:br>
              <a:rPr lang="en-GB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</a:br>
            <a:r>
              <a:rPr lang="en-GB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  <a:t>Abdul Ahad</a:t>
            </a:r>
            <a:br>
              <a:rPr lang="en-GB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</a:br>
            <a:r>
              <a:rPr lang="en-GB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  <a:t>Md. Shihabur Rahman Shihab</a:t>
            </a:r>
            <a:br>
              <a:rPr lang="en-GB" sz="2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/>
                <a:ea typeface="Calibri"/>
                <a:cs typeface="Times New Roman"/>
              </a:rPr>
            </a:br>
            <a:br>
              <a:rPr lang="en-GB" sz="2800" b="1" dirty="0">
                <a:latin typeface="Times New Roman"/>
                <a:ea typeface="Calibri"/>
                <a:cs typeface="Times New Roman"/>
              </a:rPr>
            </a:br>
            <a:br>
              <a:rPr lang="en-GB" sz="2800" b="1" dirty="0">
                <a:latin typeface="Times New Roman"/>
                <a:ea typeface="Calibri"/>
                <a:cs typeface="Times New Roman"/>
              </a:rPr>
            </a:br>
            <a:br>
              <a:rPr lang="en-GB" sz="2800" b="1" dirty="0">
                <a:latin typeface="Times New Roman"/>
                <a:ea typeface="Calibri"/>
                <a:cs typeface="Times New Roman"/>
              </a:rPr>
            </a:br>
            <a:br>
              <a:rPr lang="en-GB" sz="4000" dirty="0">
                <a:latin typeface="Times New Roman"/>
                <a:ea typeface="Calibri"/>
                <a:cs typeface="Times New Roman"/>
              </a:rPr>
            </a:br>
            <a:endParaRPr lang="en-GB" sz="4000" dirty="0">
              <a:solidFill>
                <a:schemeClr val="accent2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C2E20-1C5A-0B48-9B85-E7F245F9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1284" y="727982"/>
            <a:ext cx="3497945" cy="977220"/>
          </a:xfrm>
        </p:spPr>
        <p:txBody>
          <a:bodyPr>
            <a:noAutofit/>
          </a:bodyPr>
          <a:lstStyle/>
          <a:p>
            <a:r>
              <a:rPr lang="en-GB" b="1">
                <a:solidFill>
                  <a:schemeClr val="accent5"/>
                </a:solidFill>
              </a:rPr>
              <a:t>Introduction</a:t>
            </a:r>
            <a:br>
              <a:rPr lang="en-GB" b="1" dirty="0">
                <a:solidFill>
                  <a:schemeClr val="accent5"/>
                </a:solidFill>
              </a:rPr>
            </a:br>
            <a:endParaRPr lang="en-GB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71787-6B27-E0DA-1986-11742D7B1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v"/>
            </a:pPr>
            <a:r>
              <a:rPr lang="en-GB" sz="2400">
                <a:ea typeface="+mn-lt"/>
                <a:cs typeface="+mn-lt"/>
              </a:rPr>
              <a:t>Transportation plays a vital role in modern society.</a:t>
            </a:r>
            <a:endParaRPr lang="en-GB" sz="2400" dirty="0"/>
          </a:p>
          <a:p>
            <a:pPr>
              <a:buFont typeface="Wingdings" panose="020B0604020202020204" pitchFamily="34" charset="0"/>
              <a:buChar char="v"/>
            </a:pPr>
            <a:r>
              <a:rPr lang="en-GB" sz="2400">
                <a:ea typeface="+mn-lt"/>
                <a:cs typeface="+mn-lt"/>
              </a:rPr>
              <a:t> People often need vehicles for personal, business, or travel purposes.</a:t>
            </a:r>
            <a:endParaRPr lang="en-GB" sz="2400" dirty="0"/>
          </a:p>
          <a:p>
            <a:pPr>
              <a:buFont typeface="Wingdings" panose="020B0604020202020204" pitchFamily="34" charset="0"/>
              <a:buChar char="v"/>
            </a:pPr>
            <a:r>
              <a:rPr lang="en-GB" sz="2400">
                <a:ea typeface="+mn-lt"/>
                <a:cs typeface="+mn-lt"/>
              </a:rPr>
              <a:t>Traditional vehicle rental services are often manual and time-consuming.</a:t>
            </a:r>
            <a:endParaRPr lang="en-GB" sz="2400" dirty="0"/>
          </a:p>
          <a:p>
            <a:pPr>
              <a:buFont typeface="Wingdings" panose="020B0604020202020204" pitchFamily="34" charset="0"/>
              <a:buChar char="v"/>
            </a:pPr>
            <a:r>
              <a:rPr lang="en-GB" sz="2400">
                <a:ea typeface="+mn-lt"/>
                <a:cs typeface="+mn-lt"/>
              </a:rPr>
              <a:t> Customers face difficulties in checking vehicle availability and completing bookings.</a:t>
            </a:r>
            <a:endParaRPr lang="en-GB" sz="2400" dirty="0"/>
          </a:p>
          <a:p>
            <a:pPr>
              <a:buFont typeface="Wingdings" panose="020B0604020202020204" pitchFamily="34" charset="0"/>
              <a:buChar char="v"/>
            </a:pPr>
            <a:r>
              <a:rPr lang="en-GB" sz="2400" dirty="0">
                <a:ea typeface="+mn-lt"/>
                <a:cs typeface="+mn-lt"/>
              </a:rPr>
              <a:t> </a:t>
            </a:r>
            <a:r>
              <a:rPr lang="en-GB" sz="2400">
                <a:ea typeface="+mn-lt"/>
                <a:cs typeface="+mn-lt"/>
              </a:rPr>
              <a:t>Ride Rent</a:t>
            </a:r>
            <a:r>
              <a:rPr lang="en-GB" sz="2400" dirty="0">
                <a:ea typeface="+mn-lt"/>
                <a:cs typeface="+mn-lt"/>
              </a:rPr>
              <a:t> Pro is a smart vehicle rental management system designed to simplify the rental process.</a:t>
            </a:r>
            <a:endParaRPr lang="en-GB" sz="2400" dirty="0"/>
          </a:p>
          <a:p>
            <a:pPr>
              <a:buFont typeface="Wingdings" panose="020B0604020202020204" pitchFamily="34" charset="0"/>
              <a:buChar char="v"/>
            </a:pPr>
            <a:r>
              <a:rPr lang="en-GB" sz="2400">
                <a:ea typeface="+mn-lt"/>
                <a:cs typeface="+mn-lt"/>
              </a:rPr>
              <a:t> The platform enables users to search, book, and manage vehicles through a digital solution.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>
              <a:buFont typeface="Wingdings" panose="020B0604020202020204" pitchFamily="34" charset="0"/>
              <a:buChar char="v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97249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89B1-FE35-DFCC-38CB-6CE330CE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114" y="365125"/>
            <a:ext cx="4905829" cy="1340077"/>
          </a:xfrm>
        </p:spPr>
        <p:txBody>
          <a:bodyPr/>
          <a:lstStyle/>
          <a:p>
            <a:r>
              <a:rPr lang="en-GB" b="1">
                <a:solidFill>
                  <a:schemeClr val="accent5"/>
                </a:solidFill>
                <a:ea typeface="+mj-lt"/>
                <a:cs typeface="+mj-lt"/>
              </a:rPr>
              <a:t>Problem Statement</a:t>
            </a:r>
            <a:endParaRPr lang="en-US" b="1" dirty="0" err="1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2F642-0DFD-656E-61C5-576931DCF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r>
              <a:rPr lang="en-GB" sz="2400">
                <a:ea typeface="+mn-lt"/>
                <a:cs typeface="+mn-lt"/>
              </a:rPr>
              <a:t> Traditional vehicle rental systems rely heavily on manual processes.</a:t>
            </a:r>
            <a:endParaRPr lang="en-GB" sz="2400"/>
          </a:p>
          <a:p>
            <a:pPr>
              <a:buFont typeface="Wingdings" panose="020B0604020202020204" pitchFamily="34" charset="0"/>
              <a:buChar char="q"/>
            </a:pPr>
            <a:r>
              <a:rPr lang="en-GB" sz="2400">
                <a:ea typeface="+mn-lt"/>
                <a:cs typeface="+mn-lt"/>
              </a:rPr>
              <a:t> Customers often face difficulties in checking real-time vehicle availability.</a:t>
            </a:r>
            <a:endParaRPr lang="en-GB" sz="2400"/>
          </a:p>
          <a:p>
            <a:pPr>
              <a:buFont typeface="Wingdings" panose="020B0604020202020204" pitchFamily="34" charset="0"/>
              <a:buChar char="q"/>
            </a:pPr>
            <a:r>
              <a:rPr lang="en-GB" sz="2400">
                <a:ea typeface="+mn-lt"/>
                <a:cs typeface="+mn-lt"/>
              </a:rPr>
              <a:t> Booking and payment procedures can be time-consuming and inconvenient.</a:t>
            </a:r>
            <a:endParaRPr lang="en-GB" sz="2400"/>
          </a:p>
          <a:p>
            <a:pPr>
              <a:buFont typeface="Wingdings" panose="020B0604020202020204" pitchFamily="34" charset="0"/>
              <a:buChar char="q"/>
            </a:pPr>
            <a:r>
              <a:rPr lang="en-GB" sz="2400">
                <a:ea typeface="+mn-lt"/>
                <a:cs typeface="+mn-lt"/>
              </a:rPr>
              <a:t> Many rental services do not provide driver selection facilities.</a:t>
            </a:r>
            <a:endParaRPr lang="en-GB" sz="2400"/>
          </a:p>
          <a:p>
            <a:pPr>
              <a:buFont typeface="Wingdings" panose="020B0604020202020204" pitchFamily="34" charset="0"/>
              <a:buChar char="q"/>
            </a:pPr>
            <a:r>
              <a:rPr lang="en-GB" sz="2400">
                <a:ea typeface="+mn-lt"/>
                <a:cs typeface="+mn-lt"/>
              </a:rPr>
              <a:t> Lack of centralized management reduces operational efficiency.</a:t>
            </a:r>
            <a:endParaRPr lang="en-GB" sz="2400"/>
          </a:p>
          <a:p>
            <a:pPr>
              <a:buFont typeface="Wingdings" panose="020B0604020202020204" pitchFamily="34" charset="0"/>
              <a:buChar char="q"/>
            </a:pPr>
            <a:r>
              <a:rPr lang="en-GB" sz="2400" dirty="0">
                <a:ea typeface="+mn-lt"/>
                <a:cs typeface="+mn-lt"/>
              </a:rPr>
              <a:t> Existing systems often fail to provide a seamless digital rental </a:t>
            </a:r>
            <a:r>
              <a:rPr lang="en-GB" sz="2400">
                <a:ea typeface="+mn-lt"/>
                <a:cs typeface="+mn-lt"/>
              </a:rPr>
              <a:t>experienc</a:t>
            </a:r>
            <a:r>
              <a:rPr lang="en-GB" sz="2400" dirty="0">
                <a:ea typeface="+mn-lt"/>
                <a:cs typeface="+mn-lt"/>
              </a:rPr>
              <a:t>e</a:t>
            </a:r>
            <a:endParaRPr lang="en-GB" sz="240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7813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F5E3F-CC02-A505-5991-D350FA2E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1857" y="365125"/>
            <a:ext cx="2460172" cy="1340077"/>
          </a:xfrm>
        </p:spPr>
        <p:txBody>
          <a:bodyPr/>
          <a:lstStyle/>
          <a:p>
            <a:r>
              <a:rPr lang="en-GB" b="1">
                <a:solidFill>
                  <a:schemeClr val="accent5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0186-F708-56A8-B776-B8B62E7DA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ourier New" panose="020B0604020202020204" pitchFamily="34" charset="0"/>
              <a:buChar char="o"/>
            </a:pPr>
            <a:r>
              <a:rPr lang="en-GB" dirty="0">
                <a:ea typeface="+mn-lt"/>
                <a:cs typeface="+mn-lt"/>
              </a:rPr>
              <a:t> </a:t>
            </a:r>
            <a:r>
              <a:rPr lang="en-GB" sz="2400">
                <a:ea typeface="+mn-lt"/>
                <a:cs typeface="+mn-lt"/>
              </a:rPr>
              <a:t>Develop a smart vehicle rental platform.</a:t>
            </a:r>
            <a:endParaRPr lang="en-GB" sz="2400"/>
          </a:p>
          <a:p>
            <a:pPr>
              <a:buFont typeface="Courier New" panose="020B0604020202020204" pitchFamily="34" charset="0"/>
              <a:buChar char="o"/>
            </a:pPr>
            <a:r>
              <a:rPr lang="en-GB" sz="2400">
                <a:ea typeface="+mn-lt"/>
                <a:cs typeface="+mn-lt"/>
              </a:rPr>
              <a:t> Provide real-time vehicle availability information.</a:t>
            </a:r>
            <a:endParaRPr lang="en-GB" sz="2400"/>
          </a:p>
          <a:p>
            <a:pPr>
              <a:buFont typeface="Courier New" panose="020B0604020202020204" pitchFamily="34" charset="0"/>
              <a:buChar char="o"/>
            </a:pPr>
            <a:r>
              <a:rPr lang="en-GB" sz="2400">
                <a:ea typeface="+mn-lt"/>
                <a:cs typeface="+mn-lt"/>
              </a:rPr>
              <a:t> Support online and manual booking facilities.</a:t>
            </a:r>
            <a:endParaRPr lang="en-GB" sz="2400"/>
          </a:p>
          <a:p>
            <a:pPr>
              <a:buFont typeface="Courier New" panose="020B0604020202020204" pitchFamily="34" charset="0"/>
              <a:buChar char="o"/>
            </a:pPr>
            <a:r>
              <a:rPr lang="en-GB" sz="2400">
                <a:ea typeface="+mn-lt"/>
                <a:cs typeface="+mn-lt"/>
              </a:rPr>
              <a:t> Integrate secure digital payment methods.</a:t>
            </a:r>
            <a:endParaRPr lang="en-GB" sz="2400"/>
          </a:p>
          <a:p>
            <a:pPr>
              <a:buFont typeface="Courier New" panose="020B0604020202020204" pitchFamily="34" charset="0"/>
              <a:buChar char="o"/>
            </a:pPr>
            <a:r>
              <a:rPr lang="en-GB" sz="2400">
                <a:ea typeface="+mn-lt"/>
                <a:cs typeface="+mn-lt"/>
              </a:rPr>
              <a:t> Offer driver selection options for customers.</a:t>
            </a:r>
            <a:endParaRPr lang="en-GB" sz="2400"/>
          </a:p>
          <a:p>
            <a:pPr>
              <a:buFont typeface="Courier New" panose="020B0604020202020204" pitchFamily="34" charset="0"/>
              <a:buChar char="o"/>
            </a:pPr>
            <a:r>
              <a:rPr lang="en-GB" sz="2400">
                <a:ea typeface="+mn-lt"/>
                <a:cs typeface="+mn-lt"/>
              </a:rPr>
              <a:t> Improve customer convenience and satisfaction.</a:t>
            </a:r>
            <a:endParaRPr lang="en-GB" sz="2400"/>
          </a:p>
          <a:p>
            <a:pPr>
              <a:buFont typeface="Courier New" panose="020B0604020202020204" pitchFamily="34" charset="0"/>
              <a:buChar char="o"/>
            </a:pPr>
            <a:r>
              <a:rPr lang="en-GB" sz="2400">
                <a:ea typeface="+mn-lt"/>
                <a:cs typeface="+mn-lt"/>
              </a:rPr>
              <a:t> Simplify vehicle rental management for administrators.</a:t>
            </a:r>
            <a:endParaRPr lang="en-GB" sz="240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5026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10BD-8741-8BE5-5C0B-7FFC7AF9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85" y="365125"/>
            <a:ext cx="4267201" cy="1340077"/>
          </a:xfrm>
        </p:spPr>
        <p:txBody>
          <a:bodyPr/>
          <a:lstStyle/>
          <a:p>
            <a:r>
              <a:rPr lang="en-GB" b="1">
                <a:solidFill>
                  <a:schemeClr val="accent5"/>
                </a:solidFill>
              </a:rPr>
              <a:t>System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DEF79-3631-C8F5-8D3C-C2E5946CF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User Registration and Login</a:t>
            </a:r>
            <a:endParaRPr lang="en-GB" sz="2400"/>
          </a:p>
          <a:p>
            <a:pPr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Vehicle Search and Selection</a:t>
            </a:r>
            <a:endParaRPr lang="en-GB" sz="2400"/>
          </a:p>
          <a:p>
            <a:pPr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Real-Time Availability Tracking</a:t>
            </a:r>
            <a:endParaRPr lang="en-GB" sz="2400"/>
          </a:p>
          <a:p>
            <a:pPr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Driver Selection Facility</a:t>
            </a:r>
            <a:endParaRPr lang="en-GB" sz="2400"/>
          </a:p>
          <a:p>
            <a:pPr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Secure Digital Payment System</a:t>
            </a:r>
            <a:endParaRPr lang="en-GB" sz="2400"/>
          </a:p>
          <a:p>
            <a:pPr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QR-Based Smart Card Verification</a:t>
            </a:r>
            <a:endParaRPr lang="en-GB" sz="2400"/>
          </a:p>
          <a:p>
            <a:pPr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Customer Reviews and Ratings</a:t>
            </a:r>
            <a:endParaRPr lang="en-GB" sz="2400"/>
          </a:p>
          <a:p>
            <a:pPr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Branch Management System</a:t>
            </a:r>
            <a:endParaRPr lang="en-GB" sz="2400"/>
          </a:p>
          <a:p>
            <a:pPr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Late Return Charge Management</a:t>
            </a:r>
            <a:endParaRPr lang="en-GB" sz="2400"/>
          </a:p>
          <a:p>
            <a:pPr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AI-Based Vehicle Recommendations</a:t>
            </a:r>
            <a:endParaRPr lang="en-GB" sz="2400"/>
          </a:p>
          <a:p>
            <a:pPr>
              <a:buFont typeface="Wingdings" panose="020B0604020202020204" pitchFamily="34" charset="0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5734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4CCF-3656-DF68-A05D-7A95F950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771" y="365125"/>
            <a:ext cx="7097487" cy="1340077"/>
          </a:xfrm>
        </p:spPr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Concl</a:t>
            </a:r>
            <a:r>
              <a:rPr lang="en-GB" b="1">
                <a:solidFill>
                  <a:schemeClr val="accent5"/>
                </a:solidFill>
              </a:rPr>
              <a:t>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56585-FA7F-0A7E-ECDD-551FC3FD6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485" y="1491797"/>
            <a:ext cx="10479315" cy="517865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b="1">
                <a:ea typeface="+mn-lt"/>
                <a:cs typeface="+mn-lt"/>
              </a:rPr>
              <a:t>Conclusion:</a:t>
            </a:r>
            <a:endParaRPr lang="en-US" b="1" dirty="0">
              <a:ea typeface="+mn-lt"/>
              <a:cs typeface="+mn-lt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400" dirty="0">
                <a:ea typeface="+mn-lt"/>
                <a:cs typeface="+mn-lt"/>
              </a:rPr>
              <a:t> </a:t>
            </a:r>
            <a:r>
              <a:rPr lang="en-GB" sz="2400">
                <a:ea typeface="+mn-lt"/>
                <a:cs typeface="+mn-lt"/>
              </a:rPr>
              <a:t>Ride Rent</a:t>
            </a:r>
            <a:r>
              <a:rPr lang="en-GB" sz="2400" dirty="0">
                <a:ea typeface="+mn-lt"/>
                <a:cs typeface="+mn-lt"/>
              </a:rPr>
              <a:t> Pro is a smart and technology-driven vehicle rental management system.</a:t>
            </a:r>
            <a:endParaRPr lang="en-US" sz="2400"/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The platform improves efficiency, security, and customer satisfaction.</a:t>
            </a:r>
            <a:endParaRPr lang="en-GB" sz="2400"/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AI integration enhances decision-making and user experience.</a:t>
            </a:r>
            <a:endParaRPr lang="en-GB" sz="2400"/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The system provides a modern solution for vehicle rental services.</a:t>
            </a:r>
            <a:endParaRPr lang="en-GB" sz="240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/>
              <a:t>Future Work:</a:t>
            </a: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GPS-Based Vehicle Tracking</a:t>
            </a:r>
            <a:endParaRPr lang="en-GB" sz="2400"/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Predictive Analytics</a:t>
            </a:r>
            <a:endParaRPr lang="en-GB" sz="2400"/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Dynamic Pricing Models</a:t>
            </a:r>
            <a:endParaRPr lang="en-GB" sz="2400"/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IoT-Based Vehicle Monitoring</a:t>
            </a:r>
            <a:endParaRPr lang="en-GB" sz="2400"/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400">
                <a:ea typeface="+mn-lt"/>
                <a:cs typeface="+mn-lt"/>
              </a:rPr>
              <a:t> Smart City Transportation Integration</a:t>
            </a:r>
            <a:endParaRPr lang="en-GB" sz="2400"/>
          </a:p>
          <a:p>
            <a:pPr>
              <a:buNone/>
            </a:pPr>
            <a:endParaRPr lang="en-GB"/>
          </a:p>
          <a:p>
            <a:pPr>
              <a:buNone/>
            </a:pPr>
            <a:endParaRPr lang="en-GB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552592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CSE 299 Project Title: RideRent Pro Smart Vehicle Rental Management System  Presented By: Ornima Hafizur Anisha Zaman Abdul Ahad Md. Shihabur Rahman Shihab     </vt:lpstr>
      <vt:lpstr>Introduction </vt:lpstr>
      <vt:lpstr>Problem Statement</vt:lpstr>
      <vt:lpstr>Objective</vt:lpstr>
      <vt:lpstr>System Features</vt:lpstr>
      <vt:lpstr>Conclusion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206</cp:revision>
  <dcterms:created xsi:type="dcterms:W3CDTF">2013-07-15T20:26:40Z</dcterms:created>
  <dcterms:modified xsi:type="dcterms:W3CDTF">2026-06-28T20:17:41Z</dcterms:modified>
</cp:coreProperties>
</file>